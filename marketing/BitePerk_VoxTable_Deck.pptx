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VoxTable answers your restaurant's phone 24/7 in an Australian voice and books the tables you're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on a busy night, who answers your phone? Let them answer — that's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Personalise: when someone calls Darbar Cafe, Bella answers as YOUR host — your menu, your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numbers land.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Reassure: their number stays; customers only notice the phone always gets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moment. Hand them the phone. Stay quiet while they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in control: Vox adapts to their business, never the other way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question → flat monthly plan, free week, tailored on the setup call. Never discuss infra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bookings; switch on more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risk: free week, no lock-in, days not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spot: propose the 15-minute setup call and get a time before you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ero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BitePerk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40080" y="192024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miss
</a:t>
            </a:r>
            <a:pPr indent="0" marL="0">
              <a:lnSpc>
                <a:spcPts val="8000"/>
              </a:lnSpc>
              <a:buNone/>
            </a:pPr>
            <a:r>
              <a:rPr lang="en-US" sz="72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booking.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658368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VoxTable — the AI phone host for Australian restaurants.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368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Sydney  ·  Answers 24/7  ·  Free first week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probl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expensive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in hospitality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ringing phone
</a:t>
            </a:r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answers.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4480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51560" y="4480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7pm — every hand is on the floor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50474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5047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10pm — tomorrow's function call rings out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5614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56144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caller doesn't leave a message. They book next door.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bell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114800" cy="411480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23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“Hello! Thanks for calling — how can I help?”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21208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Bella.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230368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phone host — on every call, every hour.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230368" y="2569464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7" name="Text 4"/>
          <p:cNvSpPr/>
          <p:nvPr/>
        </p:nvSpPr>
        <p:spPr>
          <a:xfrm>
            <a:off x="5230368" y="2569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06440" y="2514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instantly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806440" y="29535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voicemail. No hold music. Ever.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230368" y="3593592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1" name="Text 8"/>
          <p:cNvSpPr/>
          <p:nvPr/>
        </p:nvSpPr>
        <p:spPr>
          <a:xfrm>
            <a:off x="5230368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06440" y="35387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table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806440" y="3977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into your diary — no double-ups.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230368" y="4617720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5" name="Text 12"/>
          <p:cNvSpPr/>
          <p:nvPr/>
        </p:nvSpPr>
        <p:spPr>
          <a:xfrm>
            <a:off x="5230368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06440" y="45628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local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806440" y="50017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Australian voice. Suburbs said right.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230368" y="5641848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9" name="Text 16"/>
          <p:cNvSpPr/>
          <p:nvPr/>
        </p:nvSpPr>
        <p:spPr>
          <a:xfrm>
            <a:off x="5230368" y="5641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806440" y="55869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guesses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806440" y="60258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Unsure? She takes a message — your team calls back.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on. Instantly there.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answered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80560" y="2194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sec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663440" y="4069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pick up, every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2194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03920" y="4069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bookings in your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transcribed. Every booking visible. You stay in control.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changes for your customers.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965960"/>
            <a:ext cx="1005840" cy="1005840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number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call exactly as they do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965960"/>
            <a:ext cx="1005840" cy="1005840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 answers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Books, answers questions, or takes a message.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0" y="1965960"/>
            <a:ext cx="1005840" cy="1005840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0392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everything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bookings and transcripts in your dashboard.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is a five-minute call forward. No hardware. No apps. Nothing to learn.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ero_de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O X T A B L E   —   L I V E   D E M 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take our word for it.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Bella right now, from your own phone.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651760" y="2651760"/>
            <a:ext cx="6858000" cy="1554480"/>
          </a:xfrm>
          <a:prstGeom prst="roundRect">
            <a:avLst>
              <a:gd name="adj" fmla="val 11765"/>
            </a:avLst>
          </a:prstGeom>
          <a:solidFill>
            <a:srgbClr val="F5C418"/>
          </a:solidFill>
          <a:ln/>
        </p:spPr>
      </p:sp>
      <p:sp>
        <p:nvSpPr>
          <p:cNvPr id="7" name="Text 4"/>
          <p:cNvSpPr/>
          <p:nvPr/>
        </p:nvSpPr>
        <p:spPr>
          <a:xfrm>
            <a:off x="2651760" y="265176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(02) 7501 1140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table for six tonight at 7:30”     </a:t>
            </a:r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you take groups of twenty?”     </a:t>
            </a:r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do you close on Sundays?”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answers in under a second. Try to trip her 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venue. Your rules.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8928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number — or a new 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697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line, add a booking line, or run both.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0" y="18928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— or just missed ones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 covers everything, or only when your team can't reach the phone.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42245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greeting, your rules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50292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sizes, sittings, specials — Bella follows your house style.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0" y="42245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grow later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50292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bookings. Add takeaway orders when ready.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o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82296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Sydney.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Yours stays yours.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846320" y="2743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data residency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846320" y="3200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processed and stored here. Privacy Act compliant.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846320" y="3886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Sydney support, real humans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46320" y="4343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who've answered restaurant phones. 7 days.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0" y="5029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ever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846320" y="5486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to month. Leave any time — your data comes with you.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46320" y="62179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plan · free first week · no per-call fees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growing with you.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8379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VoxTable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74904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— every call answered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0" y="184708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F5C4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18470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26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VoxOrder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4904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orders straight to your POS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0" y="30358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F5C4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3035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215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VoxConcierge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4904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Waitlists, confirmations, no-show recovery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0" y="422452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6FBF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2245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4041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VoxDrive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749040" y="5440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Drive-thru voice for the morning rush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0" y="541324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A8B2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5413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Bella. Same dashboard. One bill.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days, not months.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chat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— your hours, menu basics, booking rules.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test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Bella set up as YOUR venue. Tweak until it's right.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108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4108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phone. Watch the bookings arrive.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first week · month to month · your data stays yours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ero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4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
</a:t>
            </a:r>
            <a:pPr indent="0" marL="0">
              <a:lnSpc>
                <a:spcPts val="7400"/>
              </a:lnSpc>
              <a:buNone/>
            </a:pPr>
            <a:r>
              <a:rPr lang="en-US" sz="6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answered.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658368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free 15-minute setup call. Hear Bella answering as your venue this week.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58368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BitePerk    </a:t>
            </a:r>
            <a:pPr indent="0" marL="0">
              <a:buNone/>
            </a:pPr>
            <a:r>
              <a:rPr lang="en-US" sz="1800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sam@biteperk.com.au  ·  (02) 5504 1140  ·  biteperk.com.au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BitePerk VoxTable Deck</dc:title>
  <dc:subject>BitePerk VoxTable Deck</dc:subject>
  <dc:creator>PptxGenJS</dc:creator>
  <cp:lastModifiedBy>PptxGenJS</cp:lastModifiedBy>
  <cp:revision>1</cp:revision>
  <dcterms:created xsi:type="dcterms:W3CDTF">2026-07-18T09:47:04Z</dcterms:created>
  <dcterms:modified xsi:type="dcterms:W3CDTF">2026-07-18T09:47:04Z</dcterms:modified>
</cp:coreProperties>
</file>